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Blood Bank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Proposal (IEEE-inspired)</a:t>
            </a:r>
          </a:p>
          <a:p>
            <a:r>
              <a:t>4th Semester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Traditional blood banks struggle with real-time inventory tracking.</a:t>
            </a:r>
          </a:p>
          <a:p>
            <a:pPr/>
            <a:r>
              <a:t>Communication between donors, recipients, and admins is slow.</a:t>
            </a:r>
          </a:p>
          <a:p>
            <a:pPr/>
            <a:r>
              <a:t>Emergency blood requests are difficult to handle quickly.</a:t>
            </a:r>
          </a:p>
          <a:p>
            <a:pPr/>
            <a:r>
              <a:t>There is no centralized, real-time digital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Project is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Blood is a critical, life-saving resource.</a:t>
            </a:r>
          </a:p>
          <a:p>
            <a:pPr/>
            <a:r>
              <a:t>Manual systems cause delays and human errors.</a:t>
            </a:r>
          </a:p>
          <a:p>
            <a:pPr/>
            <a:r>
              <a:t>A centralized IT system can improve response time.</a:t>
            </a:r>
          </a:p>
          <a:p>
            <a:pPr/>
            <a:r>
              <a:t>Strong real-world and social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 centralized web-based Blood Bank Management System.</a:t>
            </a:r>
          </a:p>
          <a:p>
            <a:pPr/>
            <a:r>
              <a:t>Real-time blood inventory tracking.</a:t>
            </a:r>
          </a:p>
          <a:p>
            <a:pPr/>
            <a:r>
              <a:t>Donor, recipient, and admin modules.</a:t>
            </a:r>
          </a:p>
          <a:p>
            <a:pPr/>
            <a:r>
              <a:t>Emergency blood request handling.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Donor – Registers and donates blood.</a:t>
            </a:r>
          </a:p>
          <a:p>
            <a:pPr/>
            <a:r>
              <a:t>Recipient – Requests blood during need or emergency.</a:t>
            </a:r>
          </a:p>
          <a:p>
            <a:pPr/>
            <a:r>
              <a:t>Admin – Manages inventory and approvals.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→ User Interface (Web Application)</a:t>
            </a:r>
          </a:p>
          <a:p>
            <a:pPr/>
            <a:r>
              <a:t>→ Backend Server (Business Logic)</a:t>
            </a:r>
          </a:p>
          <a:p>
            <a:pPr/>
            <a:r>
              <a:t>→ Central Database (Blood &amp; User 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Area-Based Proximity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→ Donor registers with city and area details.</a:t>
            </a:r>
          </a:p>
          <a:p>
            <a:pPr/>
            <a:r>
              <a:t>→ Recipient selects required blood group, city, and area.</a:t>
            </a:r>
          </a:p>
          <a:p>
            <a:pPr/>
            <a:r>
              <a:t>→ System matches donors in the same area first.</a:t>
            </a:r>
          </a:p>
          <a:p>
            <a:pPr/>
            <a:r>
              <a:t>→ If not found, donors in the same city are suggested.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Emergency Request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→ Recipient submits emergency blood request.</a:t>
            </a:r>
          </a:p>
          <a:p>
            <a:pPr/>
            <a:r>
              <a:t>→ System filters donors based on blood group and area.</a:t>
            </a:r>
          </a:p>
          <a:p>
            <a:pPr/>
            <a:r>
              <a:t>→ Admin reviews and contacts the fastest available donor.</a:t>
            </a:r>
          </a:p>
          <a:p>
            <a:pPr/>
            <a:r>
              <a:t>→ Blood is issued and inventory updated.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Frontend: HTML, CSS, JavaScript</a:t>
            </a:r>
          </a:p>
          <a:p>
            <a:pPr/>
            <a:r>
              <a:t>Backend: Python Flask</a:t>
            </a:r>
          </a:p>
          <a:p>
            <a:pPr/>
            <a:r>
              <a:t>Database: MySQL / SQLite</a:t>
            </a:r>
          </a:p>
          <a:p>
            <a:pPr/>
            <a:r>
              <a:t>Tools: VS Code, Localhost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the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Faster emergency response.</a:t>
            </a:r>
          </a:p>
          <a:p>
            <a:pPr/>
            <a:r>
              <a:t>Reduced blood wastage due to expiry.</a:t>
            </a:r>
          </a:p>
          <a:p>
            <a:pPr/>
            <a:r>
              <a:t>Centralized and organized data management.</a:t>
            </a:r>
          </a:p>
          <a:p>
            <a:pPr/>
            <a:r>
              <a:t>Scalable for future enhancements.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Google Maps API for exact distance calculation.</a:t>
            </a:r>
          </a:p>
          <a:p>
            <a:pPr/>
            <a:r>
              <a:t>SMS / Email notifications.</a:t>
            </a:r>
          </a:p>
          <a:p>
            <a:pPr/>
            <a:r>
              <a:t>Mobile application version.</a:t>
            </a:r>
          </a:p>
          <a:p>
            <a:pPr/>
            <a:r>
              <a:t>AI-based demand prediction.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proposed system solves real-world blood bank problems.</a:t>
            </a:r>
          </a:p>
          <a:p>
            <a:pPr/>
            <a:r>
              <a:t>It is feasible within 4th semester mini-project scope.</a:t>
            </a:r>
          </a:p>
          <a:p>
            <a:pPr/>
            <a:r>
              <a:t>The project has strong academic and social relevance.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